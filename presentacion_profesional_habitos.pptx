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Inferencia Estadística</a:t>
            </a:r>
          </a:p>
          <a:p>
            <a:r>
              <a:t>Hábitos Saludables en Universitarios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Proyecto Módulo 6</a:t>
            </a:r>
          </a:p>
          <a:p>
            <a:r>
              <a:t>Análisis científico para toma de decisiones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Estudio de hábitos de sueño, alimentación y actividad física en universitarios.</a:t>
            </a:r>
          </a:p>
          <a:p>
            <a:r>
              <a:t>Enfoque basado en inferencia estadística.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Ejecutivo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 identifican patrones significativos entre hábitos saludables y bienestar.</a:t>
            </a:r>
          </a:p>
          <a:p>
            <a:r>
              <a:t>Resultados validados con métodos estadísticos.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Lección 1: Método Científico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Problema, hipótesis (H0 y H1) y diseño metodológico definidos.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Lección 2: Probabilidad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Eventos y muestreo aleatorio simple.</a:t>
            </a:r>
          </a:p>
          <a:p>
            <a:r>
              <a:t>Cálculo de probabilidades básicas.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Lección 3: Distribuciones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Distribuciones normal y binomial aplicadas a variables clave.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Lección 4: TLC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Verificación del Teorema del Límite Central mediante simulación.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Lección 5: Intervalos de Confianza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Estimación de parámetros con niveles 90%, 95% y 99%.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Lección 6: Test de Hipótesis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Cálculo de valor-p y toma de decisiones estadísticas.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Relación positiva entre actividad física y calidad del sueño.</a:t>
            </a:r>
          </a:p>
          <a:p>
            <a:r>
              <a:t>Impacto de alimentación en bienestar.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Los hábitos saludables influyen significativamente en la salud estudiantil.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Recomendaciones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Fomentar actividad física, educación nutricional y programas de bienestar.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